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918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5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423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Cloud-Based Food Surplus Prediction and Hyperlocal Redistribution Network</a:t>
            </a:r>
          </a:p>
        </p:txBody>
      </p:sp>
      <p:sp>
        <p:nvSpPr>
          <p:cNvPr id="3" name="Text 1"/>
          <p:cNvSpPr/>
          <p:nvPr/>
        </p:nvSpPr>
        <p:spPr>
          <a:xfrm>
            <a:off x="508000" y="257175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CNAD PROJECT REVIEW – 2</a:t>
            </a: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2420030073 – Y. Bhavika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2420030038 – N. Keerthi Sri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2420030149 – Y. Adarsh Rishi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buNone/>
            </a:pP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V. Vinisha</a:t>
            </a:r>
          </a:p>
          <a:p>
            <a:pPr marL="0" indent="0" algn="ctr">
              <a:buNone/>
            </a:pP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Application Development and Container Orchestration (24CND3101)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Implementation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Review 1 Summary &amp; Feedback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System Architecture &amp;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Implementation Progress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Technology Stack &amp; Integration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Challenges &amp; Solutions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Demo &amp; Prototype Results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Timeline &amp; Next Milestones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Feedback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problem statement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Comprehensive research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Well-defined objectives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0116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 on microservices implementation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Emphasize cloud scalability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 security considerations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56032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5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Taken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0116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Designed service architecture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Started backend development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 UI mockups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Microservices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011680" cy="64008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2011680" cy="64008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Registration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2011680" cy="64008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Engine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2011680" cy="64008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931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&amp; Allocation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188720"/>
            <a:ext cx="2011680" cy="64008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2011680" cy="640080"/>
          </a:xfrm>
          <a:prstGeom prst="roundRect">
            <a:avLst/>
          </a:prstGeom>
          <a:solidFill>
            <a:srgbClr val="1ABC9C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03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Service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017520"/>
            <a:ext cx="2011680" cy="640080"/>
          </a:xfrm>
          <a:prstGeom prst="roundRect">
            <a:avLst/>
          </a:prstGeom>
          <a:solidFill>
            <a:srgbClr val="34495E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017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931920"/>
            <a:ext cx="2011680" cy="640080"/>
          </a:xfrm>
          <a:prstGeom prst="roundRect">
            <a:avLst/>
          </a:prstGeom>
          <a:solidFill>
            <a:srgbClr val="FF9800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931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(AWS S3)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Progress Status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 (Java/Spring Boot)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0292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352044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1371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UI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50292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03120"/>
            <a:ext cx="276606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ML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50292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97480"/>
            <a:ext cx="301752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&amp; Integration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50292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91840"/>
            <a:ext cx="402336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&amp; Security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886200"/>
            <a:ext cx="50292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86200"/>
            <a:ext cx="226314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3749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Setup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480560"/>
            <a:ext cx="50292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480560"/>
            <a:ext cx="201168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4343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Integration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HTML/CSS, Leaflet Maps, OpenStreetMap API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Boot, Java, RESTful APIs, Microservices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ML/Prediction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ML libraries, Time-series forecasting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Caching Layer (Redis)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Cloud/Deployment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Render, AWS S3, Docker containers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Maven, Postman, JUnit Testing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 &amp; Solutions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115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with limited historical data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1155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data augmentation and ensemble methods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9385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 tracking complexity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9385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Leaflet with batch geocoding APIs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7614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communication 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7614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API caching and message queues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584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across services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5844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 with database transactions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Prototype Results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103120" cy="3383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Donor &amp; recipient sign-up completed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Role-based access control implemented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2103120" cy="3383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Registration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173736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 validation working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Image upload to S3 functional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2103120" cy="3383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Integration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73736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Leaflet maps displaying donors/recipients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location filtering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40880" y="1097280"/>
            <a:ext cx="2103120" cy="3383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173736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Basic ML model achieving 65% accuracy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Prediction API endpoint working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Next Milestones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frontend UI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payment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matching algorithm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demo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5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12750" y="211455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0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417</Words>
  <Application>Microsoft Office PowerPoint</Application>
  <PresentationFormat>On-screen Show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bhavikayalamanchili@gmail.com</cp:lastModifiedBy>
  <cp:revision>2</cp:revision>
  <dcterms:created xsi:type="dcterms:W3CDTF">2026-09-23T04:24:02Z</dcterms:created>
  <dcterms:modified xsi:type="dcterms:W3CDTF">2026-09-23T04:28:10Z</dcterms:modified>
</cp:coreProperties>
</file>